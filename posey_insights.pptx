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93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341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06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915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33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18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3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44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401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807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71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354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549551-E1B3-F58B-5E6D-12F7D0E0A6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81A798-3746-022C-FB2B-3DD12099F8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</p:spPr>
        <p:txBody>
          <a:bodyPr anchor="t">
            <a:normAutofit/>
          </a:bodyPr>
          <a:lstStyle/>
          <a:p>
            <a:r>
              <a:rPr lang="en-US" sz="6000"/>
              <a:t>Posey insights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13001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8873F53-55B7-4E34-B697-201CF2F10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B81B06-2B80-86D7-FDF3-F115D76E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6488" y="978408"/>
            <a:ext cx="3200400" cy="2459736"/>
          </a:xfrm>
        </p:spPr>
        <p:txBody>
          <a:bodyPr anchor="b">
            <a:normAutofit fontScale="90000"/>
          </a:bodyPr>
          <a:lstStyle/>
          <a:p>
            <a:r>
              <a:rPr lang="en-US" sz="4000" dirty="0"/>
              <a:t>Top 20 companies in the number of orders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D90D0AA-A57E-2DE9-0CE8-B7B306878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Content Placeholder 4" descr="A graph of a company&#10;&#10;AI-generated content may be incorrect.">
            <a:extLst>
              <a:ext uri="{FF2B5EF4-FFF2-40B4-BE49-F238E27FC236}">
                <a16:creationId xmlns:a16="http://schemas.microsoft.com/office/drawing/2014/main" id="{330DA5B6-BE05-6D17-C3A9-9372462E4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02" r="-2" b="-2"/>
          <a:stretch>
            <a:fillRect/>
          </a:stretch>
        </p:blipFill>
        <p:spPr>
          <a:xfrm>
            <a:off x="517864" y="970929"/>
            <a:ext cx="7534183" cy="53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974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95100-BC02-9413-D424-FC3B88FA4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20 companies in the </a:t>
            </a:r>
            <a:r>
              <a:rPr lang="en-US" dirty="0" err="1"/>
              <a:t>total_amt_usd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3A95E5-35E1-3969-871E-A632C0119F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12" y="1894115"/>
            <a:ext cx="10871345" cy="4673626"/>
          </a:xfrm>
        </p:spPr>
      </p:pic>
    </p:spTree>
    <p:extLst>
      <p:ext uri="{BB962C8B-B14F-4D97-AF65-F5344CB8AC3E}">
        <p14:creationId xmlns:p14="http://schemas.microsoft.com/office/powerpoint/2010/main" val="1587278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71AFC83-43DA-2361-0668-F0E67D9E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8FF9C9-14A3-2049-6B6D-B40EDA257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642896" cy="394949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100"/>
              <a:t>Total_amt_usd per Region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A892EFA-7A2A-1355-7C28-1AA1AB2AB9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5002306"/>
            <a:ext cx="4688383" cy="13437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Northeast has the largest portion of the </a:t>
            </a:r>
            <a:r>
              <a:rPr lang="en-US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total_amt_usd</a:t>
            </a:r>
            <a:r>
              <a:rPr lang="en-US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by 33.5%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F35EA8DD-92F5-E06C-4DEE-B7AB507CC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DDF4714C-0D65-B076-FE8E-F9E355A64E7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1044"/>
          <a:stretch>
            <a:fillRect/>
          </a:stretch>
        </p:blipFill>
        <p:spPr>
          <a:xfrm>
            <a:off x="5646853" y="965741"/>
            <a:ext cx="6024232" cy="538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745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8873F53-55B7-4E34-B697-201CF2F10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E3ABE8-C11B-24F2-3139-612FF46EC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6488" y="978408"/>
            <a:ext cx="3200400" cy="24597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total_amt_usd</a:t>
            </a:r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per sales rep.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D90D0AA-A57E-2DE9-0CE8-B7B306878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12" name="Picture Placeholder 11" descr="A graph of sales&#10;&#10;AI-generated content may be incorrect.">
            <a:extLst>
              <a:ext uri="{FF2B5EF4-FFF2-40B4-BE49-F238E27FC236}">
                <a16:creationId xmlns:a16="http://schemas.microsoft.com/office/drawing/2014/main" id="{F72D644B-2D7F-6F8B-FB58-2335808D0D5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82" r="21382"/>
          <a:stretch>
            <a:fillRect/>
          </a:stretch>
        </p:blipFill>
        <p:spPr>
          <a:xfrm>
            <a:off x="515112" y="657369"/>
            <a:ext cx="7735824" cy="6058553"/>
          </a:xfrm>
        </p:spPr>
      </p:pic>
    </p:spTree>
    <p:extLst>
      <p:ext uri="{BB962C8B-B14F-4D97-AF65-F5344CB8AC3E}">
        <p14:creationId xmlns:p14="http://schemas.microsoft.com/office/powerpoint/2010/main" val="399329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C3433-C169-2C84-F636-7CECC8202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5078"/>
          </a:xfrm>
        </p:spPr>
        <p:txBody>
          <a:bodyPr/>
          <a:lstStyle/>
          <a:p>
            <a:r>
              <a:rPr lang="en-US" dirty="0" err="1"/>
              <a:t>Total_amt_usd</a:t>
            </a:r>
            <a:r>
              <a:rPr lang="en-US"/>
              <a:t> per time and region </a:t>
            </a:r>
            <a:endParaRPr lang="en-US" dirty="0"/>
          </a:p>
        </p:txBody>
      </p:sp>
      <p:pic>
        <p:nvPicPr>
          <p:cNvPr id="5" name="Content Placeholder 4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61D99F1D-F15D-9A2E-042D-2314EA2433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8" y="1905000"/>
            <a:ext cx="10797912" cy="4691743"/>
          </a:xfrm>
        </p:spPr>
      </p:pic>
    </p:spTree>
    <p:extLst>
      <p:ext uri="{BB962C8B-B14F-4D97-AF65-F5344CB8AC3E}">
        <p14:creationId xmlns:p14="http://schemas.microsoft.com/office/powerpoint/2010/main" val="3935850683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31</TotalTime>
  <Words>61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Bierstadt</vt:lpstr>
      <vt:lpstr>Neue Haas Grotesk Text Pro</vt:lpstr>
      <vt:lpstr>GestaltVTI</vt:lpstr>
      <vt:lpstr>Posey insights</vt:lpstr>
      <vt:lpstr>Top 20 companies in the number of orders</vt:lpstr>
      <vt:lpstr>Top 20 companies in the total_amt_usd</vt:lpstr>
      <vt:lpstr>Total_amt_usd per Region</vt:lpstr>
      <vt:lpstr>total_amt_usd per sales rep.</vt:lpstr>
      <vt:lpstr>Total_amt_usd per time and region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Abdelrahman shaban</dc:creator>
  <cp:lastModifiedBy>Abdelrahman shaban</cp:lastModifiedBy>
  <cp:revision>5</cp:revision>
  <dcterms:created xsi:type="dcterms:W3CDTF">2025-09-09T15:20:39Z</dcterms:created>
  <dcterms:modified xsi:type="dcterms:W3CDTF">2025-09-09T15:52:07Z</dcterms:modified>
</cp:coreProperties>
</file>